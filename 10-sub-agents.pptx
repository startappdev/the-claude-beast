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20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The Claude Beast series. Today we are diving into sub-agents -- one of the most powerful features of Claude Code.</a:t>
            </a:r>
          </a:p>
          <a:p>
            <a:endParaRPr/>
          </a:p>
          <a:p>
            <a:r>
              <a:t>Sub-agents let you spawn specialized AI workers that run in isolated contexts, handling everything from codebase exploration to parallel code modifications.</a:t>
            </a:r>
          </a:p>
          <a:p>
            <a:endParaRPr/>
          </a:p>
          <a:p>
            <a:r>
              <a:t>By the end of this talk, you will understand when and how to use sub-agents, how they differ from Agent Teams, and the architectural patterns that make them effective.</a:t>
            </a:r>
          </a:p>
          <a:p>
            <a:endParaRPr/>
          </a:p>
          <a:p>
            <a:r>
              <a:t>Let's get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what exactly are sub-agents? Think of them as specialized AI workers that live inside your Claude Code session. When Claude encounters a task that matches a sub-agent's description, it delegates to that agent.</a:t>
            </a:r>
          </a:p>
          <a:p>
            <a:endParaRPr/>
          </a:p>
          <a:p>
            <a:r>
              <a:t>The key innovation here is context isolation. Each sub-agent gets its own fresh context window. It does not inherit the parent conversation's context -- it starts clean with just its system prompt and the task description.</a:t>
            </a:r>
          </a:p>
          <a:p>
            <a:endParaRPr/>
          </a:p>
          <a:p>
            <a:r>
              <a:t>When the sub-agent finishes, its results get summarized and sent back to the main conversation. All the verbose intermediate steps stay in the sub-agent's context, keeping your main conversation clean.</a:t>
            </a:r>
          </a:p>
          <a:p>
            <a:endParaRPr/>
          </a:p>
          <a:p>
            <a:r>
              <a:t>One critical constraint: sub-agents cannot spawn other sub-agents. This flat architecture prevents infinite recursion and keeps things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 Code ships with three built-in sub-agent types that cover the most common patterns.</a:t>
            </a:r>
          </a:p>
          <a:p>
            <a:endParaRPr/>
          </a:p>
          <a:p>
            <a:r>
              <a:t>First is the Explore agent -- this is your go-to for fast, read-only codebase navigation. It runs on Haiku for speed, and it is explicitly denied Write and Edit tools. You can set thoroughness levels: quick takes 10-30 seconds, medium 30-60, and very thorough 60-120 seconds.</a:t>
            </a:r>
          </a:p>
          <a:p>
            <a:endParaRPr/>
          </a:p>
          <a:p>
            <a:r>
              <a:t>Second is the Plan agent -- it is a research agent used during plan mode to gather context before Claude presents a plan. Also read-only.</a:t>
            </a:r>
          </a:p>
          <a:p>
            <a:endParaRPr/>
          </a:p>
          <a:p>
            <a:r>
              <a:t>Third is the General-purpose agent -- this handles complex, multi-step tasks that need both exploration and modification. It inherits the main conversation's model and has access to all tools.</a:t>
            </a:r>
          </a:p>
          <a:p>
            <a:endParaRPr/>
          </a:p>
          <a:p>
            <a:r>
              <a:t>There are also specialized built-in agents like Bash for terminal commands and Claude Code Guide for answering questions about Claude Code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Beyond the built-in types, you can create your own custom sub-agents. These are defined as Markdown files with YAML frontmatter.</a:t>
            </a:r>
          </a:p>
          <a:p>
            <a:endParaRPr/>
          </a:p>
          <a:p>
            <a:r>
              <a:t>Common patterns include code-reviewer on Sonnet for quality analysis, security-auditor for vulnerability detection, test-runner on Haiku for speed, debugger for root cause analysis, and doc-writer for documentation.</a:t>
            </a:r>
          </a:p>
          <a:p>
            <a:endParaRPr/>
          </a:p>
          <a:p>
            <a:r>
              <a:t>Agents are stored at different scopes with clear priority: CLI flag for the current session, project-level in .claude/agents/, user-level in ~/.claude/agents/, or via plugins.</a:t>
            </a:r>
          </a:p>
          <a:p>
            <a:endParaRPr/>
          </a:p>
          <a:p>
            <a:r>
              <a:t>The frontmatter supports fields like name, description, tools (allowlist or denylist), model selection, permission mode, max turns, MCP servers, lifecycle hooks, persistent memory, and worktree isolation. This gives you fine-grained control over exactly what each agent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5EA7-883A-50BE-DD10-3D7D29DF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1F0DA-DCE4-66E8-0124-988E70C75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6D74C-0A81-C2EF-C474-C3443366F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Beyond the built-in types, you can create your own custom sub-agents. These are defined as Markdown files with YAML frontmatter.</a:t>
            </a:r>
          </a:p>
          <a:p>
            <a:endParaRPr/>
          </a:p>
          <a:p>
            <a:r>
              <a:t>Common patterns include code-reviewer on Sonnet for quality analysis, security-auditor for vulnerability detection, test-runner on Haiku for speed, debugger for root cause analysis, and doc-writer for documentation.</a:t>
            </a:r>
          </a:p>
          <a:p>
            <a:endParaRPr/>
          </a:p>
          <a:p>
            <a:r>
              <a:t>Agents are stored at different scopes with clear priority: CLI flag for the current session, project-level in .claude/agents/, user-level in ~/.claude/agents/, or via plugins.</a:t>
            </a:r>
          </a:p>
          <a:p>
            <a:endParaRPr/>
          </a:p>
          <a:p>
            <a:r>
              <a:t>The frontmatter supports fields like name, description, tools (allowlist or denylist), model selection, permission mode, max turns, MCP servers, lifecycle hooks, persistent memory, and worktree isolation. This gives you fine-grained control over exactly what each agent can 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13170-2D0E-73CF-BAD9-D92941AC4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004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83EA-807A-BFD3-87CA-F5F97336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30FAE-512D-7828-4830-07A619E2B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AA22A-824D-E5DE-930A-18E351703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Beyond the built-in types, you can create your own custom sub-agents. These are defined as Markdown files with YAML frontmatter.</a:t>
            </a:r>
          </a:p>
          <a:p>
            <a:endParaRPr/>
          </a:p>
          <a:p>
            <a:r>
              <a:t>Common patterns include code-reviewer on Sonnet for quality analysis, security-auditor for vulnerability detection, test-runner on Haiku for speed, debugger for root cause analysis, and doc-writer for documentation.</a:t>
            </a:r>
          </a:p>
          <a:p>
            <a:endParaRPr/>
          </a:p>
          <a:p>
            <a:r>
              <a:t>Agents are stored at different scopes with clear priority: CLI flag for the current session, project-level in .claude/agents/, user-level in ~/.claude/agents/, or via plugins.</a:t>
            </a:r>
          </a:p>
          <a:p>
            <a:endParaRPr/>
          </a:p>
          <a:p>
            <a:r>
              <a:t>The frontmatter supports fields like name, description, tools (allowlist or denylist), model selection, permission mode, max turns, MCP servers, lifecycle hooks, persistent memory, and worktree isolation. This gives you fine-grained control over exactly what each agent can 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58441-5B93-2A54-0CD0-394764F55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16191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5273-6E1F-D798-72DC-58B78A3F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F6BEC-742E-7B6C-DE9E-489665D38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DE0A3-390D-A1BC-B478-71DF542C6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Beyond the built-in types, you can create your own custom sub-agents. These are defined as Markdown files with YAML frontmatter.</a:t>
            </a:r>
          </a:p>
          <a:p>
            <a:endParaRPr/>
          </a:p>
          <a:p>
            <a:r>
              <a:t>Common patterns include code-reviewer on Sonnet for quality analysis, security-auditor for vulnerability detection, test-runner on Haiku for speed, debugger for root cause analysis, and doc-writer for documentation.</a:t>
            </a:r>
          </a:p>
          <a:p>
            <a:endParaRPr/>
          </a:p>
          <a:p>
            <a:r>
              <a:t>Agents are stored at different scopes with clear priority: CLI flag for the current session, project-level in .claude/agents/, user-level in ~/.claude/agents/, or via plugins.</a:t>
            </a:r>
          </a:p>
          <a:p>
            <a:endParaRPr/>
          </a:p>
          <a:p>
            <a:r>
              <a:t>The frontmatter supports fields like name, description, tools (allowlist or denylist), model selection, permission mode, max turns, MCP servers, lifecycle hooks, persistent memory, and worktree isolation. This gives you fine-grained control over exactly what each agent can 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634CA-8B63-15C2-0372-56131B29F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41545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isolation is arguably the most important architectural decision in the sub-agent design.</a:t>
            </a:r>
          </a:p>
          <a:p>
            <a:endParaRPr/>
          </a:p>
          <a:p>
            <a:r>
              <a:t>Each sub-agent gets a completely fresh context window. It does not see the parent's conversation history. It only gets its system prompt and the task description you send it.</a:t>
            </a:r>
          </a:p>
          <a:p>
            <a:endParaRPr/>
          </a:p>
          <a:p>
            <a:r>
              <a:t>When the sub-agent finishes, only the distilled results flow back. All the intermediate steps -- the file reads, the grep outputs, the test results -- stay in the sub-agent's context. This means your main conversation stays clean and focused.</a:t>
            </a:r>
          </a:p>
          <a:p>
            <a:endParaRPr/>
          </a:p>
          <a:p>
            <a:r>
              <a:t>Sub-agents also support auto-compaction at 95% capacity to prevent context overflow, and their transcripts are persisted as JSONL files for later review.</a:t>
            </a:r>
          </a:p>
          <a:p>
            <a:endParaRPr/>
          </a:p>
          <a:p>
            <a:r>
              <a:t>You can also resume a previous sub-agent to continue its work with the full conversation history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Sub-agents can run in two modes: foreground and background.</a:t>
            </a:r>
          </a:p>
          <a:p>
            <a:endParaRPr/>
          </a:p>
          <a:p>
            <a:r>
              <a:t>Foreground is the default. It blocks the main conversation until the sub-agent completes. This is interactive -- if the sub-agent needs permissions or has clarifying questions, those get passed through to you.</a:t>
            </a:r>
          </a:p>
          <a:p>
            <a:endParaRPr/>
          </a:p>
          <a:p>
            <a:r>
              <a:t>Background mode is where things get powerful. The sub-agent runs concurrently while you keep working with the main agent. Before launching, Claude pre-approves necessary permissions since the agent cannot ask you questions while running in the background.</a:t>
            </a:r>
          </a:p>
          <a:p>
            <a:endParaRPr/>
          </a:p>
          <a:p>
            <a:r>
              <a:t>You can press Ctrl+B to send any running foreground agent to the background. Use /tasks to check progress on all running background agents. When a background agent finishes, it automatically wakes up the main agent with its results.</a:t>
            </a:r>
          </a:p>
          <a:p>
            <a:endParaRPr/>
          </a:p>
          <a:p>
            <a:r>
              <a:t>If a background agent fails due to missing permissions, you can resume it in the foreground to retry interactively.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Sub-agents support three core execution patterns.</a:t>
            </a:r>
          </a:p>
          <a:p>
            <a:endParaRPr/>
          </a:p>
          <a:p>
            <a:r>
              <a:t>Parallel dispatch is for when tasks are fully independent with no shared state. You might launch 5 Explore agents simultaneously, each mapping a different part of the codebase. The key requirement is clear file boundaries with no overlap.</a:t>
            </a:r>
          </a:p>
          <a:p>
            <a:endParaRPr/>
          </a:p>
          <a:p>
            <a:r>
              <a:t>Sequential dispatch is for dependent tasks. Phase 1 explores and gathers context, Phase 2 implements using that context, Phase 3 reviews and tests. Each phase needs output from the previous one.</a:t>
            </a:r>
          </a:p>
          <a:p>
            <a:endParaRPr/>
          </a:p>
          <a:p>
            <a:r>
              <a:t>Background dispatch is for non-blocking research. Web lookups, documentation fetching, security audits -- anything where you do not need the results immediately.</a:t>
            </a:r>
          </a:p>
          <a:p>
            <a:endParaRPr/>
          </a:p>
          <a:p>
            <a:r>
              <a:t>A good rule of thumb: use parallel when you have 3 or more unrelated tasks with clear boundaries. Use sequential when any task depends on another. Use background when results are not blocking your current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Worktree isolation, introduced in Claude Code v2.1.50, solves the fundamental problem of parallel agents editing the same files.</a:t>
            </a:r>
          </a:p>
          <a:p>
            <a:endParaRPr/>
          </a:p>
          <a:p>
            <a:r>
              <a:t>Without worktrees, parallel agents are limited to either reading files or writing to strictly non-overlapping paths. With worktrees, Agent A can rewrite src/auth.ts while Agent B rewrites the same file completely differently.</a:t>
            </a:r>
          </a:p>
          <a:p>
            <a:endParaRPr/>
          </a:p>
          <a:p>
            <a:r>
              <a:t>Each worktree is a separate Git checkout with its own branch, working directory, and index. They are created under .claude/worktrees/.</a:t>
            </a:r>
          </a:p>
          <a:p>
            <a:endParaRPr/>
          </a:p>
          <a:p>
            <a:r>
              <a:t>You can enable worktree isolation three ways: in the agent frontmatter with isolation: worktree, via the CLI with claude --worktree, or mid-session by telling Claude to work in a worktree.</a:t>
            </a:r>
          </a:p>
          <a:p>
            <a:endParaRPr/>
          </a:p>
          <a:p>
            <a:r>
              <a:t>This is especially valuable for batched code migrations -- imagine 5 agents each handling 10 files in parallel without any conflict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critical distinction in the Claude Code architecture. Sub-agents and Agent Teams serve different purposes.</a:t>
            </a:r>
          </a:p>
          <a:p>
            <a:endParaRPr/>
          </a:p>
          <a:p>
            <a:r>
              <a:t>Sub-agents follow a hub-and-spoke model. Each agent reports results back to the main conversation -- they never talk to each other. The main agent orchestrates everything. This is cost-efficient because results are summarized.</a:t>
            </a:r>
          </a:p>
          <a:p>
            <a:endParaRPr/>
          </a:p>
          <a:p>
            <a:r>
              <a:t>Agent Teams use a mesh topology. Each teammate is a fully independent Claude instance with its own session. They communicate directly with each other via a mailbox system, sharing findings and challenging assumptions.</a:t>
            </a:r>
          </a:p>
          <a:p>
            <a:endParaRPr/>
          </a:p>
          <a:p>
            <a:r>
              <a:t>Use sub-agents when work is self-contained and workers do not need to communicate. Use Agent Teams when you need cross-layer coordination, debate on architecture, or competing hypotheses explored in parallel.</a:t>
            </a:r>
          </a:p>
          <a:p>
            <a:endParaRPr/>
          </a:p>
          <a:p>
            <a:r>
              <a:t>Think of it as a spectrum: single session for sequential work, sub-agents for parallel focused work, builder-validator pairs for quality gating, and Agent Teams for true collaborative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leave you with a practical decision framework.</a:t>
            </a:r>
          </a:p>
          <a:p>
            <a:endParaRPr/>
          </a:p>
          <a:p>
            <a:r>
              <a:t>Work directly in the main conversation when latency matters, when you are making a quick targeted change, when phases share a lot of context, or when you need frequent back-and-forth.</a:t>
            </a:r>
          </a:p>
          <a:p>
            <a:endParaRPr/>
          </a:p>
          <a:p>
            <a:r>
              <a:t>Use sub-agents when the work is self-contained and can return a summary, when you want to enforce specific tool restrictions, when the task produces verbose output like test results or logs, or when independent research can happen in parallel.</a:t>
            </a:r>
          </a:p>
          <a:p>
            <a:endParaRPr/>
          </a:p>
          <a:p>
            <a:r>
              <a:t>The most common mistake is poor invocation quality. Instead of 'fix authentication', say 'fix OAuth redirect loop where login redirects to /login instead of /dashboard, reference src/lib/auth.ts'. Give specific file references, error messages, and clear success criteria.</a:t>
            </a:r>
          </a:p>
          <a:p>
            <a:endParaRPr/>
          </a:p>
          <a:p>
            <a:r>
              <a:t>Remember: each sub-agent should excel at one specific task. Overly broad agents produce mediocre results. Keep them focused, give them dense context, and grant only the permissions they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t>The Claude Beast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t>Claude Sub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t>Spawning specialized AI workers for parallel, focused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Sub-agents are isolated AI workers spawned via the Task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Specialized AI assistants within Claude Code for specific tasks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Each gets its own context window, system prompt, and tool access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Spawned via the Task tool with configurable model selection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Results are summarized and returned to the main conversation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Flat architecture: sub-agents cannot spawn other sub-agents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Core benefit: context isolation prevents "context pollution"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411480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18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19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0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1810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t>Context isolation is the key innovation -- each sub-agent starts fresh, keeping the main conversation clean and focused.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Three core agents cover the most common delegation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968241" cy="273321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4148" y="184125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rPr dirty="0"/>
              <a:t>EXPLORE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Fast, read-only codebase navigation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Model: Haiku (low-latency)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Tools: Read-only (Write/Edit denied)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Thoroughness: quick / medium / very thorough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4968241" cy="273321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84125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rPr dirty="0"/>
              <a:t>PLAN &amp; GENERAL-PURPOSE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Plan: Research agent for plan mode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Read-only, inherits main model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General-Purpose: Complex multi-step tasks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All tools available, inherits main model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Use when: exploration + modification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rPr dirty="0"/>
              <a:t>Define your own agents as Markdown files with YAML frontmatter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029200" cy="42062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COMMON AGENT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code-reviewer</a:t>
            </a:r>
            <a:r>
              <a:rPr sz="1500">
                <a:solidFill>
                  <a:srgbClr val="C4A882"/>
                </a:solidFill>
                <a:latin typeface="Calibri"/>
              </a:rPr>
              <a:t> — Code quality analysis and PR reviews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security-auditor</a:t>
            </a:r>
            <a:r>
              <a:rPr sz="1500">
                <a:solidFill>
                  <a:srgbClr val="C4A882"/>
                </a:solidFill>
                <a:latin typeface="Calibri"/>
              </a:rPr>
              <a:t> — Vulnerability detection, OWASP checks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test-runner</a:t>
            </a:r>
            <a:r>
              <a:rPr sz="1500">
                <a:solidFill>
                  <a:srgbClr val="C4A882"/>
                </a:solidFill>
                <a:latin typeface="Calibri"/>
              </a:rPr>
              <a:t> — Test execution and coverage analysis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debugger</a:t>
            </a:r>
            <a:r>
              <a:rPr sz="1500">
                <a:solidFill>
                  <a:srgbClr val="C4A882"/>
                </a:solidFill>
                <a:latin typeface="Calibri"/>
              </a:rPr>
              <a:t> — Root cause analysis and bug investigation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doc-writer</a:t>
            </a:r>
            <a:r>
              <a:rPr sz="1500">
                <a:solidFill>
                  <a:srgbClr val="C4A882"/>
                </a:solidFill>
                <a:latin typeface="Calibri"/>
              </a:rPr>
              <a:t> — Documentation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29200" cy="42062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AGENT SCOPES (by priority)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1. --agents CLI flag (session only)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2. .claude/agents/ (project scope)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3. ~/.claude/agents/ (user scope)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4. Plugin agents/ directory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Key frontmatter: name, description, tools, model, permissionMode, hooks, memory, isolation, maxTurns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3E909-AAE7-6811-30FB-B83D83EC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BC17E4-235B-7191-C22D-A2FC5A57D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5" y="1669941"/>
            <a:ext cx="11939959" cy="3525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6BE994-B425-8706-535A-51D2F2A7C52A}"/>
              </a:ext>
            </a:extLst>
          </p:cNvPr>
          <p:cNvSpPr txBox="1"/>
          <p:nvPr/>
        </p:nvSpPr>
        <p:spPr>
          <a:xfrm>
            <a:off x="731520" y="365760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rPr lang="en-US" dirty="0"/>
              <a:t>Start a Claude session with your agent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15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DFF23-C1E8-1936-0A6E-C6928441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121D6-CE9A-DABF-1F54-4489399B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2" y="108406"/>
            <a:ext cx="11693236" cy="664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9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83CF5-1D19-FBC2-B093-39516497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85F97-CE93-AB74-B8C1-2643FDD10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9306"/>
            <a:ext cx="11887200" cy="675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9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Context isolation is the core architectural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Each sub-agent gets its own independent context window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Starts fresh with only system prompt + task description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Results are summarized and returned to the main conversation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Verbose output stays in the sub-agent's context (no pollution)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Auto-compaction at ~95% capacity prevents overflow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Transcripts persist at ~/.claude/projects/.../subagents/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Sub-agents can be resumed to continue with full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411480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18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19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0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1810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t>Only distilled results flow back to the parent. All verbose intermediate steps stay in the sub-agent's isolated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Foreground blocks the conversation; background frees you to continue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12232" cy="267015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FOREGROUND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Blocking: main conversation pauses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Interactive: permission prompts pass through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Use when: results needed before continuing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Use when: task needs user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112232" cy="267015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Concurrent: runs while you keep working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Non-interactive: permissions pre-approved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Ctrl+B to background a running agent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/tasks to check all running agents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Auto-resumes main agent on completion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Three dispatch patterns optimize for different task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0111" y="1572768"/>
            <a:ext cx="5265682" cy="308331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PARALLEL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Independent tasks, no shared state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Example: 5 Explore agents mapping different parts of a codebase simultaneously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All conditions: 3+ tasks, no shared state, clear file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6511" y="1572768"/>
            <a:ext cx="5265682" cy="308331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SEQUENTIAL &amp; 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Sequential: Tasks have dependencies (B needs A)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Shared files or state (conflict risk)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Phase 1: Explore &gt; Phase 2: Implement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Background: Research or analysis tasks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Results not blocking current work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Documentation lookups, security audits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Git worktrees enable true parallel editing of the same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Each agent gets a separate Git checkout (branch + working dir)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Worktrees live under .claude/worktrees/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Enable via frontmatter: isolation: worktree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Or via CLI: claude --worktree feature-auth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Clean worktrees are auto-removed; changed ones persist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Desktop app creates a worktree for every session by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0" y="1737360"/>
            <a:ext cx="408432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18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19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0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1810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t>With worktrees, Agent A can rewrite src/auth.ts while Agent B rewrites the same file -- no conflict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Hub-and-spoke delegation vs mesh-topology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013961" cy="2754236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SUB-AGENTS (Hub-and-Spoke)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Results report back to main agent only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Main agent manages all coordination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Lower token cost (summarized results)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Best for: focused, self-contained tasks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Built-in, no configuration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13961" cy="2754236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AGENT TEAMS (Mesh)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Teammates message each other directly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Shared task list, self-coordination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Higher token cost (full instances)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Best for: collaborative, cross-layer work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Requires experimental flag to enable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Choosing the right approach: direct work vs sub-agents vs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968241" cy="252300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WORK DIRECTLY WHEN: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Latency matters (quick, targeted change)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Multiple phases share significant context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Task needs frequent back-and-forth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Iterative refinement with user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4968241" cy="252300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USE SUB-AGENTS WHEN: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Work is self-contained (returns a summary)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Enforcing tool restrictions / permissions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Verbose output (tests, logs, docs)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Preserving main context window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Independent research in 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2811</Words>
  <Application>Microsoft Macintosh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7</cp:revision>
  <dcterms:created xsi:type="dcterms:W3CDTF">2013-01-27T09:14:16Z</dcterms:created>
  <dcterms:modified xsi:type="dcterms:W3CDTF">2026-02-26T17:36:10Z</dcterms:modified>
  <cp:category/>
</cp:coreProperties>
</file>