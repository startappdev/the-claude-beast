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696"/>
  </p:normalViewPr>
  <p:slideViewPr>
    <p:cSldViewPr snapToGrid="0" snapToObjects="1">
      <p:cViewPr varScale="1">
        <p:scale>
          <a:sx n="125" d="100"/>
          <a:sy n="125" d="100"/>
        </p:scale>
        <p:origin x="168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1: Title</a:t>
            </a:r>
          </a:p>
          <a:p>
            <a:endParaRPr/>
          </a:p>
          <a:p>
            <a:r>
              <a:t>Opening: Welcome to The Claude Beast series. Today we're covering Greptile -- the AI code review platform that reviews every pull request with full understanding of your entire codebase.</a:t>
            </a:r>
          </a:p>
          <a:p>
            <a:endParaRPr/>
          </a:p>
          <a:p>
            <a:r>
              <a:t>Key points to mention:</a:t>
            </a:r>
          </a:p>
          <a:p>
            <a:r>
              <a:t>- Greptile is not a simple linter. It builds a graph of every function, class, variable, and dependency in your repository.</a:t>
            </a:r>
          </a:p>
          <a:p>
            <a:r>
              <a:t>- Over 2,000 organizations use it, from startups to enterprises like NVIDIA, Brex, and Coinbase.</a:t>
            </a:r>
          </a:p>
          <a:p>
            <a:r>
              <a:t>- It has reviewed over 1 billion lines of code and catches over 1 million issues per month.</a:t>
            </a:r>
          </a:p>
          <a:p>
            <a:r>
              <a:t>- Today we'll cover the architecture, the Claude Code integration, benchmarks, and the autonomous review loop.</a:t>
            </a:r>
          </a:p>
          <a:p>
            <a:endParaRPr/>
          </a:p>
          <a:p>
            <a:r>
              <a:t>Transition: Let's start with what makes Greptile fundamentally different from other code review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2: What Is Greptile?</a:t>
            </a:r>
          </a:p>
          <a:p>
            <a:endParaRPr/>
          </a:p>
          <a:p>
            <a:r>
              <a:t>Opening: Greptile is fundamentally different from traditional linters or simple AI code review tools. It doesn't just look at the diff -- it builds a complete graph of your entire repository.</a:t>
            </a:r>
          </a:p>
          <a:p>
            <a:endParaRPr/>
          </a:p>
          <a:p>
            <a:r>
              <a:t>What it catches:</a:t>
            </a:r>
          </a:p>
          <a:p>
            <a:r>
              <a:t>- Logic errors like null pointer exceptions, race conditions, and wrong return values</a:t>
            </a:r>
          </a:p>
          <a:p>
            <a:r>
              <a:t>- Security vulnerabilities including SQL injection risks and unvalidated inputs</a:t>
            </a:r>
          </a:p>
          <a:p>
            <a:r>
              <a:t>- Performance issues and their downstream impact</a:t>
            </a:r>
          </a:p>
          <a:p>
            <a:r>
              <a:t>- Style violations, dead code, and unnecessary complexity</a:t>
            </a:r>
          </a:p>
          <a:p>
            <a:r>
              <a:t>- It even scans across the codebase for code duplication</a:t>
            </a:r>
          </a:p>
          <a:p>
            <a:endParaRPr/>
          </a:p>
          <a:p>
            <a:r>
              <a:t>What makes it different:</a:t>
            </a:r>
          </a:p>
          <a:p>
            <a:r>
              <a:t>- It understands the full context -- the entire repo graph, not just the changed files</a:t>
            </a:r>
          </a:p>
          <a:p>
            <a:r>
              <a:t>- You can have a conversation with it -- reply to any comment with @greptileai</a:t>
            </a:r>
          </a:p>
          <a:p>
            <a:r>
              <a:t>- It learns from your team's thumbs up/down reactions on its comments</a:t>
            </a:r>
          </a:p>
          <a:p>
            <a:r>
              <a:t>- You can reference related repos (like your frontend when reviewing backend)</a:t>
            </a:r>
          </a:p>
          <a:p>
            <a:r>
              <a:t>- Custom rules are defined in plain English, not complex config files</a:t>
            </a:r>
          </a:p>
          <a:p>
            <a:endParaRPr/>
          </a:p>
          <a:p>
            <a:r>
              <a:t>Transition: In November 2025, Greptile launched v3 -- a complete architectural shift that dramatically improved review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4: Anatomy of a Review</a:t>
            </a:r>
          </a:p>
          <a:p>
            <a:endParaRPr/>
          </a:p>
          <a:p>
            <a:r>
              <a:t>Opening: When a PR is opened, Greptile starts working immediately. The entire process takes about 3 minutes.</a:t>
            </a:r>
          </a:p>
          <a:p>
            <a:endParaRPr/>
          </a:p>
          <a:p>
            <a:r>
              <a:t>Review flow:</a:t>
            </a:r>
          </a:p>
          <a:p>
            <a:r>
              <a:t>- A status indicator appears showing Greptile is analyzing</a:t>
            </a:r>
          </a:p>
          <a:p>
            <a:r>
              <a:t>- It builds context from the entire codebase, not just the changed files</a:t>
            </a:r>
          </a:p>
          <a:p>
            <a:r>
              <a:t>- It posts a PR summary with inline comments</a:t>
            </a:r>
          </a:p>
          <a:p>
            <a:endParaRPr/>
          </a:p>
          <a:p>
            <a:r>
              <a:t>The confidence score is a 0 to 5 rating for merge readiness:</a:t>
            </a:r>
          </a:p>
          <a:p>
            <a:r>
              <a:t>- 5 out of 5 means production ready -- go ahead and merge</a:t>
            </a:r>
          </a:p>
          <a:p>
            <a:r>
              <a:t>- 4 means minor polish, 3 means implementation issues need addressing</a:t>
            </a:r>
          </a:p>
          <a:p>
            <a:r>
              <a:t>- 2 means significant bugs requiring rework, 0-1 means critical problems</a:t>
            </a:r>
          </a:p>
          <a:p>
            <a:endParaRPr/>
          </a:p>
          <a:p>
            <a:r>
              <a:t>The PR summary includes a plain-language explanation of what the PR does, a file-by-file breakdown showing issues per file, and inline comments with click-to-apply code suggestions.</a:t>
            </a:r>
          </a:p>
          <a:p>
            <a:endParaRPr/>
          </a:p>
          <a:p>
            <a:r>
              <a:t>Greptile also auto-generates Mermaid diagrams selected based on the type of changes in the PR.</a:t>
            </a:r>
          </a:p>
          <a:p>
            <a:endParaRPr/>
          </a:p>
          <a:p>
            <a:r>
              <a:t>Transition: Now let's see how Greptile integrates directly into Claude Code via the MCP plugin.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5: Claude Code MCP Plugin</a:t>
            </a:r>
          </a:p>
          <a:p>
            <a:endParaRPr/>
          </a:p>
          <a:p>
            <a:r>
              <a:t>Opening: The Greptile plugin for Claude Code gives you direct access to code reviews from the terminal. No context switching -- everything happens right where you're coding.</a:t>
            </a:r>
          </a:p>
          <a:p>
            <a:endParaRPr/>
          </a:p>
          <a:p>
            <a:r>
              <a:t>The plugin provides 11 MCP tools across 4 categories:</a:t>
            </a:r>
          </a:p>
          <a:p>
            <a:endParaRPr/>
          </a:p>
          <a:p>
            <a:r>
              <a:t>Pull Request Tools -- list PRs with filters, get full PR details including review analysis, and list all comments on a PR filterable by whether they're Greptile-generated, addressed, or within a date range.</a:t>
            </a:r>
          </a:p>
          <a:p>
            <a:endParaRPr/>
          </a:p>
          <a:p>
            <a:r>
              <a:t>Code Review Tools -- trigger a new review, get detailed review information, and list reviews with status filters.</a:t>
            </a:r>
          </a:p>
          <a:p>
            <a:endParaRPr/>
          </a:p>
          <a:p>
            <a:r>
              <a:t>Comment Search -- search all Greptile comments across all your repos by query, date, or addressed status.</a:t>
            </a:r>
          </a:p>
          <a:p>
            <a:endParaRPr/>
          </a:p>
          <a:p>
            <a:r>
              <a:t>Custom Context Tools -- create, search, get, and list organizational coding patterns and rules with scoping.</a:t>
            </a:r>
          </a:p>
          <a:p>
            <a:endParaRPr/>
          </a:p>
          <a:p>
            <a:r>
              <a:t>The real power is in natural language prompts. You can say "Show me all Greptile comments on my open PR and fix them" -- and Claude Code will fetch the comments and apply the fixes automatically.</a:t>
            </a:r>
          </a:p>
          <a:p>
            <a:endParaRPr/>
          </a:p>
          <a:p>
            <a:r>
              <a:t>Transition: This brings us to the most exciting part -- the autonomous review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6: The Greploop</a:t>
            </a:r>
          </a:p>
          <a:p>
            <a:endParaRPr/>
          </a:p>
          <a:p>
            <a:r>
              <a:t>Opening: This is where it gets really exciting. The greploop is a Claude Code skill that creates a fully autonomous review-fix-push-re-review loop.</a:t>
            </a:r>
          </a:p>
          <a:p>
            <a:endParaRPr/>
          </a:p>
          <a:p>
            <a:r>
              <a:t>The flow is straightforward:</a:t>
            </a:r>
          </a:p>
          <a:p>
            <a:r>
              <a:t>1. Trigger a Greptile review on the current PR</a:t>
            </a:r>
          </a:p>
          <a:p>
            <a:r>
              <a:t>2. Wait for the review to complete</a:t>
            </a:r>
          </a:p>
          <a:p>
            <a:r>
              <a:t>3. Fetch all unaddressed comments</a:t>
            </a:r>
          </a:p>
          <a:p>
            <a:r>
              <a:t>4. Claude Code automatically applies fixes to each file based on the feedback</a:t>
            </a:r>
          </a:p>
          <a:p>
            <a:r>
              <a:t>5. Changes are committed and pushed to the PR branch</a:t>
            </a:r>
          </a:p>
          <a:p>
            <a:r>
              <a:t>6. Another Greptile review is triggered on the updated code</a:t>
            </a:r>
          </a:p>
          <a:p>
            <a:endParaRPr/>
          </a:p>
          <a:p>
            <a:r>
              <a:t>And the key: it loops. It keeps going until the PR achieves a 5 out of 5 confidence score AND zero unaddressed comments.</a:t>
            </a:r>
          </a:p>
          <a:p>
            <a:endParaRPr/>
          </a:p>
          <a:p>
            <a:r>
              <a:t>The bigger vision here is the future of AI-assisted development: A human expresses intent. A coding agent like Claude Code executes. A validation agent like Greptile finds issues and hands them back. The loop continues until the review agent approves and merges.</a:t>
            </a:r>
          </a:p>
          <a:p>
            <a:endParaRPr/>
          </a:p>
          <a:p>
            <a:r>
              <a:t>Transition: So how well does this actually work? Let's look at the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8: Learning from Feedback</a:t>
            </a:r>
          </a:p>
          <a:p>
            <a:endParaRPr/>
          </a:p>
          <a:p>
            <a:r>
              <a:t>Opening: Greptile doesn't just run static rules. It learns and adapts to your team's preferences over time, through four mechanisms.</a:t>
            </a:r>
          </a:p>
          <a:p>
            <a:endParaRPr/>
          </a:p>
          <a:p>
            <a:r>
              <a:t>First, it reads team comments on PRs. It observes patterns in your team's discussions and extracts preferences -- what your team cares about, how they communicate, what standards they enforce.</a:t>
            </a:r>
          </a:p>
          <a:p>
            <a:endParaRPr/>
          </a:p>
          <a:p>
            <a:r>
              <a:t>Second, thumbs up and thumbs down reactions. This is direct feedback. When a Greptile comment is helpful, give it a thumbs up. When it's noise, thumbs down. The system adjusts.</a:t>
            </a:r>
          </a:p>
          <a:p>
            <a:endParaRPr/>
          </a:p>
          <a:p>
            <a:r>
              <a:t>Third, custom rules. These are explicit standards your team defines in plain English.</a:t>
            </a:r>
          </a:p>
          <a:p>
            <a:endParaRPr/>
          </a:p>
          <a:p>
            <a:r>
              <a:t>Fourth, pattern repos. You can reference related repositories for cross-repo context.</a:t>
            </a:r>
          </a:p>
          <a:p>
            <a:endParaRPr/>
          </a:p>
          <a:p>
            <a:r>
              <a:t>The nitpick reduction is key: after 2-3 weeks of use, Greptile learns to eliminate comments about things your team doesn't act on.</a:t>
            </a:r>
          </a:p>
          <a:p>
            <a:endParaRPr/>
          </a:p>
          <a:p>
            <a:r>
              <a:t>Transition: Let's talk about setup and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10: Key Takeaways / Closing</a:t>
            </a:r>
          </a:p>
          <a:p>
            <a:endParaRPr/>
          </a:p>
          <a:p>
            <a:r>
              <a:t>Opening: Let's close with three key takeaways.</a:t>
            </a:r>
          </a:p>
          <a:p>
            <a:endParaRPr/>
          </a:p>
          <a:p>
            <a:r>
              <a:t>First, the quality gap is real. Greptile catches 82% of bugs, with a perfect 100% on high-severity issues. That's 41% ahead of the next best tool. As code velocity increases, AI code review isn't a nice-to-have -- it's essential.</a:t>
            </a:r>
          </a:p>
          <a:p>
            <a:endParaRPr/>
          </a:p>
          <a:p>
            <a:r>
              <a:t>Second, agentic architecture changes everything. The shift from v2's rigid flowchart to v3's detective approach delivered a 256% improvement in review quality. Powered by Claude Opus 4.5 and built on the Anthropic Agent SDK, it performs deep, context-aware investigation.</a:t>
            </a:r>
          </a:p>
          <a:p>
            <a:endParaRPr/>
          </a:p>
          <a:p>
            <a:r>
              <a:t>Third, the autonomous loop is the future. Claude Code plus Greptile creates a closed loop: code, review, fix, push, re-review -- all automated until the PR hits 5/5 confidence with zero outstanding comments.</a:t>
            </a:r>
          </a:p>
          <a:p>
            <a:endParaRPr/>
          </a:p>
          <a:p>
            <a:r>
              <a:t>As Daksh Gupta, CEO of Greptile, said: "The Agent SDK has allowed us to ship faster with far more cost effectiveness and allows us to focus deeply on building specialized tooling."</a:t>
            </a:r>
          </a:p>
          <a:p>
            <a:endParaRPr/>
          </a:p>
          <a:p>
            <a:r>
              <a:t>Closing: Greptile represents the future of code quality -- AI that understands your entire codebase, learns from your team, and works autonomously to keep standards high.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t>Greptile: AI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Full codebase context. Agentic architecture. Autonomous quality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2,000+ organizations  |  1B+ lines reviewed  |  1M+ issues caught/month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What Is Greptile?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An AI code review agent that understands your entire codebase -- not just the diff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1641" y="1618488"/>
            <a:ext cx="5192111" cy="3319272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What It Catches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Logic errors: bugs, edge cases, race conditions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Security vulnerabilities: SQL injection, unvalidated inputs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Performance issues: inefficient patterns, impact analysis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Style violations: naming, dead code, complexity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Code repetition across the entire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9481" y="1618488"/>
            <a:ext cx="5192111" cy="3319272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3912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029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Full codebase graph -- every function, class, dependency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Conversational: reply with @greptileai for follow-ups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Reinforcement learning from team feedback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Cross-repo context via pattern repos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Custom rules in plain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Anatomy of a Greptile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Review Process (~3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PR detected → Greptile begins analysis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Builds full codebase context (not just the diff)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Posts PR summary + inline comments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Auto-generated Mermaid diagrams per change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PR Summary Includes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Plain-language explanation of what the PR does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File-by-file breakdown with issue counts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C4A882"/>
                </a:solidFill>
                <a:latin typeface="Calibri"/>
              </a:rPr>
              <a:t>Inline comments with click-to-apply code suggestions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Confidence Score (0-5)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120640" cy="47548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02082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A07A"/>
                </a:solidFill>
                <a:latin typeface="JetBrains Mono"/>
              </a:defRPr>
            </a:pPr>
            <a: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2082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→ Merge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14600"/>
            <a:ext cx="5120640" cy="47548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56946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A07A"/>
                </a:solidFill>
                <a:latin typeface="JetBrains Mono"/>
              </a:defRPr>
            </a:pPr>
            <a:r>
              <a:t>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569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Minor polish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694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→ Small fixes, then merge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63240"/>
            <a:ext cx="5120640" cy="47548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31181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A07A"/>
                </a:solidFill>
                <a:latin typeface="JetBrains Mono"/>
              </a:defRPr>
            </a:pPr>
            <a:r>
              <a:t>3/5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11810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Implementation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1181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→ Address feedback first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120640" cy="47548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6667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A07A"/>
                </a:solidFill>
                <a:latin typeface="JetBrains Mono"/>
              </a:defRPr>
            </a:pPr>
            <a:r>
              <a:t>2/5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666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Significant bugs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6667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→ Needs rework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5120640" cy="475488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21538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E8A07A"/>
                </a:solidFill>
                <a:latin typeface="JetBrains Mono"/>
              </a:defRPr>
            </a:pPr>
            <a:r>
              <a:t>0-1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153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Critical problems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153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E8D5B7"/>
                </a:solidFill>
                <a:latin typeface="Calibri"/>
              </a:defRPr>
            </a:pPr>
            <a:r>
              <a:t>→ Major rethink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Claude Code MCP Plugin: 11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Fetch reviews, apply fixes, search feedback -- all without leaving the terminal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56032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7957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Pull Request Tools 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list_pull_requests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get_merge_request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list_merge_request_comments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6032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84448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85616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986784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Code Review Tools 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trigger_code_review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get_code_review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list_code_reviews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1737360"/>
            <a:ext cx="256032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91656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592824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93992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6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Comment Search 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search_greptile_comments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(across all repos, by query,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 date, addressed status)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1737360"/>
            <a:ext cx="256032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198864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00032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601200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98864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Custom Context (4)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4" y="2606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create_custom_context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971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search / get / 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337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D4886B"/>
                </a:solidFill>
                <a:latin typeface="JetBrains Mono"/>
              </a:defRPr>
            </a:pPr>
            <a:r>
              <a:t>custom_context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Example Prompts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E8D5B7"/>
                </a:solidFill>
                <a:latin typeface="Calibri"/>
              </a:rPr>
              <a:t>“Show me all Greptile comments on my open PR and fix them”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E8D5B7"/>
                </a:solidFill>
                <a:latin typeface="Calibri"/>
              </a:rPr>
              <a:t>“Run a Greptile review on PR #8”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500">
                <a:solidFill>
                  <a:srgbClr val="D4886B"/>
                </a:solidFill>
                <a:latin typeface="Calibri"/>
              </a:rPr>
              <a:t>–  </a:t>
            </a:r>
            <a:r>
              <a:rPr sz="1500">
                <a:solidFill>
                  <a:srgbClr val="E8D5B7"/>
                </a:solidFill>
                <a:latin typeface="Calibri"/>
              </a:rPr>
              <a:t>“What are the most common issues Greptile has flagged this month?”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Greploop: Autonomous Review-Fix-Push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Loop until 5/5 confidence and zero unaddressed comments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813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6070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Trigger</a:t>
            </a:r>
            <a:br/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Invoke trigger_code_review</a:t>
            </a:r>
            <a:br/>
            <a:r>
              <a:t>on current 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017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46888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7004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87121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84378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Wait for</a:t>
            </a:r>
            <a:br/>
            <a:r>
              <a:t>Completion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Poll get_code_review</a:t>
            </a:r>
            <a:br/>
            <a:r>
              <a:t>until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17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25196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5312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5429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2686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Fetch</a:t>
            </a:r>
            <a:br/>
            <a:r>
              <a:t>Comments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Retrieve all unaddressed</a:t>
            </a:r>
            <a:br/>
            <a:r>
              <a:t>Greptile comments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017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03504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3620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3737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0994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Fix</a:t>
            </a:r>
            <a:br/>
            <a:r>
              <a:t>Issues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Claude Code applies</a:t>
            </a:r>
            <a:br/>
            <a:r>
              <a:t>fixes to each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017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81812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01928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2045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19302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Commit</a:t>
            </a:r>
            <a:br/>
            <a:r>
              <a:t>&amp; Push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Changes committed</a:t>
            </a:r>
            <a:br/>
            <a:r>
              <a:t>and pushed to branch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01752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D4886B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1828800"/>
            <a:ext cx="1554480" cy="256032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601200" y="19659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802368" y="19659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003536" y="19659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976104" y="228600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27432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Re-Review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33375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Trigger another review</a:t>
            </a:r>
            <a:br/>
            <a:r>
              <a:t>on updated 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E8A07A"/>
                </a:solidFill>
                <a:latin typeface="Calibri"/>
              </a:defRPr>
            </a:pPr>
            <a:r>
              <a:t>↻  Repeats until: confidence = 5/5  AND  unaddressed comments = 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60120" y="52578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161288" y="52578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362456" y="52578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5840" y="5532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E8D5B7"/>
                </a:solidFill>
                <a:latin typeface="Calibri"/>
              </a:defRPr>
            </a:pPr>
            <a:r>
              <a:t>The Vision:  Human expresses intent  →  Coding agent executes  →  Review agent validates  →  Loop until approved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Learning from Your Team's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554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Calibri"/>
              </a:defRPr>
            </a:pPr>
            <a:r>
              <a:t>Reading Team Comments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Observes patterns in your team's PR discussions and extracts preferences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120640" cy="1554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3912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029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60" y="187452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Calibri"/>
              </a:defRPr>
            </a:pPr>
            <a:r>
              <a:t>Thumbs Up/Down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40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Direct feedback on which comments are valuable vs. noise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5120640" cy="1554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33375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288" y="33375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2456" y="33375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" y="370332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Calibri"/>
              </a:defRPr>
            </a:pPr>
            <a:r>
              <a:t>Custom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690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Explicit standards defined in plain English by your team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00400"/>
            <a:ext cx="5120640" cy="15544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37960" y="33375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739128" y="33375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940296" y="33375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537960" y="370332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E8D5B7"/>
                </a:solidFill>
                <a:latin typeface="Calibri"/>
              </a:defRPr>
            </a:pPr>
            <a:r>
              <a:t>Pattern Repos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0690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Cross-repository context for related codebases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0120" y="51663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61288" y="51663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362456" y="51663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E8D5B7"/>
                </a:solidFill>
                <a:latin typeface="Calibri"/>
              </a:defRPr>
            </a:pPr>
            <a:r>
              <a:t>Nitpick Reduction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After 2-3 weeks, Greptile stops commenting on things your team doesn't care about. Signal over noise.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0" i="0">
                <a:solidFill>
                  <a:srgbClr val="E8D5B7"/>
                </a:solidFill>
                <a:latin typeface="Georgia"/>
              </a:defRPr>
            </a:pPr>
            <a:r>
              <a:t>Why Greptile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7432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The Quality Gap Is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82% bug catch rate, 100% on high-severity. 41% ahead of the next best tool. Code review at scale demands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Agentic Architecture Changes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v3's detective approach delivers +256% improvement. Claude Opus 4.5 + Agent SDK = deep, context-aware reviews.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The Autonomous Loop Is the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Claude Code + Greptile = closed-loop quality. /greploop runs until 5/5 confidence. Zero context-switching.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86400"/>
            <a:ext cx="100584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“The Agent SDK has allowed us to ship faster with far more cost effectiveness.”  -- Daksh Gupta, CEO, Greptile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2029</Words>
  <Application>Microsoft Macintosh PowerPoint</Application>
  <PresentationFormat>Widescreen</PresentationFormat>
  <Paragraphs>235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3</cp:revision>
  <dcterms:created xsi:type="dcterms:W3CDTF">2013-01-27T09:14:16Z</dcterms:created>
  <dcterms:modified xsi:type="dcterms:W3CDTF">2026-02-27T07:57:50Z</dcterms:modified>
  <cp:category/>
</cp:coreProperties>
</file>