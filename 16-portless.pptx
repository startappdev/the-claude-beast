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60" r:id="rId5"/>
    <p:sldId id="262" r:id="rId6"/>
    <p:sldId id="263" r:id="rId7"/>
    <p:sldId id="264" r:id="rId8"/>
    <p:sldId id="265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 snapToGrid="0" snapToObjects="1">
      <p:cViewPr varScale="1">
        <p:scale>
          <a:sx n="121" d="100"/>
          <a:sy n="121" d="100"/>
        </p:scale>
        <p:origin x="328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51377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1: Title</a:t>
            </a:r>
          </a:p>
          <a:p>
            <a:endParaRPr/>
          </a:p>
          <a:p>
            <a:r>
              <a:t>Opening: Welcome to The Claude Beast series. Today we're covering Portless from Vercel Labs -- a CLI tool that replaces fragile numeric port numbers with stable, human-readable .localhost URLs.</a:t>
            </a:r>
          </a:p>
          <a:p>
            <a:endParaRPr/>
          </a:p>
          <a:p>
            <a:r>
              <a:t>Key points:</a:t>
            </a:r>
          </a:p>
          <a:p>
            <a:r>
              <a:t>- Portless transforms localhost:3000 into myapp.localhost:1355</a:t>
            </a:r>
          </a:p>
          <a:p>
            <a:r>
              <a:t>- Built for both humans and AI agents -- agents frequently guess or hardcode wrong ports</a:t>
            </a:r>
          </a:p>
          <a:p>
            <a:r>
              <a:t>- Gained 2,400+ GitHub stars in just 10 days, signaling strong developer demand</a:t>
            </a:r>
          </a:p>
          <a:p>
            <a:r>
              <a:t>- Apache-2.0 licensed, from the team behind Next.js</a:t>
            </a:r>
          </a:p>
          <a:p>
            <a:endParaRPr/>
          </a:p>
          <a:p>
            <a:r>
              <a:t>Transition: Let's start with the problem Portless solves.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2: The Problem</a:t>
            </a:r>
          </a:p>
          <a:p>
            <a:endParaRPr/>
          </a:p>
          <a:p>
            <a:r>
              <a:t>Opening: Port numbers seem like a minor inconvenience, but they create nine distinct pain points.</a:t>
            </a:r>
          </a:p>
          <a:p>
            <a:endParaRPr/>
          </a:p>
          <a:p>
            <a:r>
              <a:t>EADDRINUSE: two projects defaulting to port 3000 can't run simultaneously. Memorization tax: remembering which service is on which port. Stale tabs: a new server on the same port shows the wrong app.</a:t>
            </a:r>
          </a:p>
          <a:p>
            <a:endParaRPr/>
          </a:p>
          <a:p>
            <a:r>
              <a:t>Monorepo scaling multiplies every problem. AI agent failures are increasingly important -- coding agents guess or hardcode wrong ports. Cookie bleeding means cookies set on localhost are shared across all ports.</a:t>
            </a:r>
          </a:p>
          <a:p>
            <a:endParaRPr/>
          </a:p>
          <a:p>
            <a:r>
              <a:t>Config brittleness: CORS allowlists, OAuth redirect URIs, and .env files all contain hardcoded ports. Team overhead: constant Slack messages asking what port something is on. And useless browser history: localhost:3000 entries are a jumble of unrelated projects.</a:t>
            </a:r>
          </a:p>
          <a:p>
            <a:endParaRPr/>
          </a:p>
          <a:p>
            <a:r>
              <a:t>Transition: Let's see how Portless solves this.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3: The Solution</a:t>
            </a:r>
          </a:p>
          <a:p>
            <a:endParaRPr/>
          </a:p>
          <a:p>
            <a:r>
              <a:t>Opening: The solution is elegant. Replace 'next dev' with 'portless myapp next dev' in your package.json. Your app is now at myapp.localhost:1355 instead of localhost:3000.</a:t>
            </a:r>
          </a:p>
          <a:p>
            <a:endParaRPr/>
          </a:p>
          <a:p>
            <a:r>
              <a:t>How it works under the hood:</a:t>
            </a:r>
          </a:p>
          <a:p>
            <a:r>
              <a:t>1. A proxy daemon runs on port 1355. Fun fact: 1355 spells LESS on a phone keypad.</a:t>
            </a:r>
          </a:p>
          <a:p>
            <a:r>
              <a:t>2. Each app gets a random port in the 4000-4999 range via the PORT environment variable.</a:t>
            </a:r>
          </a:p>
          <a:p>
            <a:r>
              <a:t>3. The proxy routes requests by hostname: myapp.localhost:1355 forwards to the correct backend.</a:t>
            </a:r>
          </a:p>
          <a:p>
            <a:r>
              <a:t>4. Framework auto-detection injects --port and --host flags for frameworks that ignore env vars.</a:t>
            </a:r>
          </a:p>
          <a:p>
            <a:endParaRPr/>
          </a:p>
          <a:p>
            <a:r>
              <a:t>The result: stable, memorable URLs, zero port conflicts, and automatic framework compatibility.</a:t>
            </a:r>
          </a:p>
          <a:p>
            <a:endParaRPr/>
          </a:p>
          <a:p>
            <a:r>
              <a:t>Transition: Let's see the feature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5: AI Agents &amp; Portless</a:t>
            </a:r>
          </a:p>
          <a:p>
            <a:endParaRPr/>
          </a:p>
          <a:p>
            <a:r>
              <a:t>Opening: The tagline 'For humans and agents' is not marketing -- it's addressing a real and growing problem.</a:t>
            </a:r>
          </a:p>
          <a:p>
            <a:endParaRPr/>
          </a:p>
          <a:p>
            <a:r>
              <a:t>AI coding agents frequently guess or hardcode the wrong port. In a monorepo, this is especially problematic. Port changes between sessions confuse agents. And there's no semantic meaning in a numeric port -- localhost:3001 tells the agent nothing about what's running there.</a:t>
            </a:r>
          </a:p>
          <a:p>
            <a:endParaRPr/>
          </a:p>
          <a:p>
            <a:r>
              <a:t>Portless solves this: stable URLs that always work, semantic naming that tells the agent what the service is, and consistency across sessions, team members, and agents.</a:t>
            </a:r>
          </a:p>
          <a:p>
            <a:endParaRPr/>
          </a:p>
          <a:p>
            <a:r>
              <a:t>Every major AI coding tool benefits: Claude Code, GitHub Copilot, OpenAI Codex, Cursor, Windsurf. Any agent that needs to interact with a local development server now has a reliable, semantic endpoint.</a:t>
            </a:r>
          </a:p>
          <a:p>
            <a:endParaRPr/>
          </a:p>
          <a:p>
            <a:r>
              <a:t>Transition: Let's look at setup and configuration.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7: Technical Architecture</a:t>
            </a:r>
          </a:p>
          <a:p>
            <a:endParaRPr/>
          </a:p>
          <a:p>
            <a:r>
              <a:t>Opening: The architecture is a simple proxy-based reverse routing system.</a:t>
            </a:r>
          </a:p>
          <a:p>
            <a:endParaRPr/>
          </a:p>
          <a:p>
            <a:r>
              <a:t>Request flow: Browser hits myapp.localhost:1355, the proxy routes by hostname to the correct backend on its random port in the 4000-4999 range.</a:t>
            </a:r>
          </a:p>
          <a:p>
            <a:endParaRPr/>
          </a:p>
          <a:p>
            <a:r>
              <a:t>State management is port-dependent: ports below 1024 use /tmp/portless with shared world-writable permissions. Ports 1024 and above use ~/.portless for user-scoped state.</a:t>
            </a:r>
          </a:p>
          <a:p>
            <a:endParaRPr/>
          </a:p>
          <a:p>
            <a:r>
              <a:t>Process management includes PID file tracking, orphaned process detection, signal handling for clean shutdown, and terminal raw mode cleanup.</a:t>
            </a:r>
          </a:p>
          <a:p>
            <a:endParaRPr/>
          </a:p>
          <a:p>
            <a:r>
              <a:t>Security: SHA-256 is enforced for all certificates, with per-hostname SANs and a local Certificate Authority.</a:t>
            </a:r>
          </a:p>
          <a:p>
            <a:endParaRPr/>
          </a:p>
          <a:p>
            <a:r>
              <a:t>Shell compatibility: commands execute via /bin/sh -c, supporting nvm, fnm, mise, and other shell-based version managers.</a:t>
            </a:r>
          </a:p>
          <a:p>
            <a:endParaRPr/>
          </a:p>
          <a:p>
            <a:r>
              <a:t>Transition: Let's see the adoption metrics.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8: Adoption</a:t>
            </a:r>
          </a:p>
          <a:p>
            <a:endParaRPr/>
          </a:p>
          <a:p>
            <a:r>
              <a:t>Opening: The adoption numbers are remarkable. 2,400+ stars in just 10 days, with 75 forks and 7 releases.</a:t>
            </a:r>
          </a:p>
          <a:p>
            <a:endParaRPr/>
          </a:p>
          <a:p>
            <a:r>
              <a:t>The release velocity tells the story of rapid iteration: versions 0.1 through 0.4 all shipped on February 18th alone. HTTP/2, TLS certificates, e2e tests for 11 frameworks, and shell compatibility were all added within the first week.</a:t>
            </a:r>
          </a:p>
          <a:p>
            <a:endParaRPr/>
          </a:p>
          <a:p>
            <a:r>
              <a:t>This traction signals strong developer demand for this category of tooling. The port management problem has been a quiet pain point for years, but the rise of AI coding agents and monorepo architectures has made it urgent enough to solve.</a:t>
            </a:r>
          </a:p>
          <a:p>
            <a:endParaRPr/>
          </a:p>
          <a:p>
            <a:r>
              <a:t>Transition: Let's wrap up with key takeaways.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9: Use Cases</a:t>
            </a:r>
          </a:p>
          <a:p>
            <a:endParaRPr/>
          </a:p>
          <a:p>
            <a:r>
              <a:t>Opening: Portless solves more than port management.</a:t>
            </a:r>
          </a:p>
          <a:p>
            <a:endParaRPr/>
          </a:p>
          <a:p>
            <a:r>
              <a:t>Monorepo service mesh: each service gets a named URL with subdomain hierarchy. No more port coordination.</a:t>
            </a:r>
          </a:p>
          <a:p>
            <a:endParaRPr/>
          </a:p>
          <a:p>
            <a:r>
              <a:t>OAuth and CORS stability: redirect URIs and CORS allowlists use stable URLs. No more broken OAuth flows.</a:t>
            </a:r>
          </a:p>
          <a:p>
            <a:endParaRPr/>
          </a:p>
          <a:p>
            <a:r>
              <a:t>Cookie isolation: cookies on localhost bleed across all ports. Named subdomains isolate them per-app.</a:t>
            </a:r>
          </a:p>
          <a:p>
            <a:endParaRPr/>
          </a:p>
          <a:p>
            <a:r>
              <a:t>AI agent testing: every major AI coding tool benefits from stable semantic endpoints.</a:t>
            </a:r>
          </a:p>
          <a:p>
            <a:endParaRPr/>
          </a:p>
          <a:p>
            <a:r>
              <a:t>Transition: Let's close with why this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SPEAKER NOTES - Slide 10: Closing</a:t>
            </a:r>
          </a:p>
          <a:p>
            <a:endParaRPr/>
          </a:p>
          <a:p>
            <a:r>
              <a:t>Opening: Three key takeaways.</a:t>
            </a:r>
          </a:p>
          <a:p>
            <a:endParaRPr/>
          </a:p>
          <a:p>
            <a:r>
              <a:t>First, the port problem is real. Nine distinct pain points that multiply with every service in your stack. It's a hidden productivity tax.</a:t>
            </a:r>
          </a:p>
          <a:p>
            <a:endParaRPr/>
          </a:p>
          <a:p>
            <a:r>
              <a:t>Second, agents need stable endpoints. As AI coding agents become standard tools, they need semantic, reliable URLs for local services. Portless bridges the gap between human-readable and machine-reliable.</a:t>
            </a:r>
          </a:p>
          <a:p>
            <a:endParaRPr/>
          </a:p>
          <a:p>
            <a:r>
              <a:t>Third, zero-friction adoption. One npm install, one line change in package.json, and you're running with stable named URLs. 11 frameworks tested, HTTPS with one command.</a:t>
            </a:r>
          </a:p>
          <a:p>
            <a:endParaRPr/>
          </a:p>
          <a:p>
            <a:r>
              <a:t>Portless is from Vercel Labs, Apache-2.0 licensed, at port1355.dev. Give it a try on your next project.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002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5400" b="0" i="0">
                <a:solidFill>
                  <a:srgbClr val="E8D5B7"/>
                </a:solidFill>
                <a:latin typeface="Georgia"/>
              </a:defRPr>
            </a:pPr>
            <a:r>
              <a:rPr dirty="0" err="1"/>
              <a:t>Portless</a:t>
            </a:r>
            <a:r>
              <a:rPr dirty="0"/>
              <a:t>: Named URLs for Local Dev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91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C4A882"/>
                </a:solidFill>
                <a:latin typeface="Calibri"/>
              </a:defRPr>
            </a:pPr>
            <a:r>
              <a:t>Replace Port Numbers with Stable .localhost URLs. For Humans and Agents.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4114800"/>
            <a:ext cx="393192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600" b="0" i="1">
                <a:solidFill>
                  <a:srgbClr val="D4886B"/>
                </a:solidFill>
                <a:latin typeface="Calibri"/>
              </a:defRPr>
            </a:pPr>
            <a:r>
              <a:t>Vercel Labs  |  2,400+ Stars in 10 Days  |  Apache-2.0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The Port Number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Nine pain points that multiply with every service in your stack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00199"/>
            <a:ext cx="3462108" cy="17694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7373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7373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7373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rPr dirty="0"/>
              <a:t>EADDRINUSE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Port conflicts when</a:t>
            </a:r>
            <a:br>
              <a:rPr dirty="0"/>
            </a:br>
            <a:r>
              <a:rPr dirty="0"/>
              <a:t>two projects use</a:t>
            </a:r>
            <a:br>
              <a:rPr dirty="0"/>
            </a:br>
            <a:r>
              <a:rPr dirty="0"/>
              <a:t>the same default port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199"/>
            <a:ext cx="3462108" cy="17694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572000" y="17373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4773168" y="17373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974336" y="17373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2628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Memorization Tax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Cognitive overhead</a:t>
            </a:r>
            <a:br/>
            <a:r>
              <a:t>remembering which</a:t>
            </a:r>
            <a:br/>
            <a:r>
              <a:t>service is on which 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80" y="1600199"/>
            <a:ext cx="3462108" cy="17694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183880" y="17373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385048" y="17373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586216" y="17373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138160" y="2011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Stale Tab Confusion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60" y="228600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Stopping one server,</a:t>
            </a:r>
            <a:br/>
            <a:r>
              <a:t>starting another on</a:t>
            </a:r>
            <a:br/>
            <a:r>
              <a:t>the same port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063239"/>
            <a:ext cx="3462108" cy="17694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0120" y="3200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1161288" y="3200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1362456" y="3200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Monorepo Scaling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749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Every problem above</a:t>
            </a:r>
            <a:br/>
            <a:r>
              <a:t>multiplies with each</a:t>
            </a:r>
            <a:br/>
            <a:r>
              <a:t>service in the repo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3063239"/>
            <a:ext cx="3462108" cy="17694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4572000" y="3200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4773168" y="3200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4974336" y="3200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452628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AI Agent Failures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26280" y="3749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Coding agents guess</a:t>
            </a:r>
            <a:br/>
            <a:r>
              <a:t>or hardcode wrong</a:t>
            </a:r>
            <a:br/>
            <a:r>
              <a:t>ports in tests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955280" y="3063239"/>
            <a:ext cx="3462108" cy="17694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183880" y="320040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385048" y="320040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586216" y="320040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38160" y="3474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Cookie Bleeding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38160" y="374904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Cookies on localhost</a:t>
            </a:r>
            <a:br/>
            <a:r>
              <a:t>shared across all</a:t>
            </a:r>
            <a:br/>
            <a:r>
              <a:t>ports and apps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526279"/>
            <a:ext cx="3462108" cy="17694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60120" y="46634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61288" y="46634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1362456" y="46634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1440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Config Brittleness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" y="5212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CORS, OAuth, .env</a:t>
            </a:r>
            <a:br/>
            <a:r>
              <a:t>files with hardcoded</a:t>
            </a:r>
            <a:br/>
            <a:r>
              <a:t>ports that break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43400" y="4526279"/>
            <a:ext cx="3462108" cy="17694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4572000" y="46634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4773168" y="46634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4974336" y="46634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452628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Team Overhead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26280" y="5212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"What port is that on?"</a:t>
            </a:r>
            <a:br/>
            <a:r>
              <a:t>asks in Slack for</a:t>
            </a:r>
            <a:br/>
            <a:r>
              <a:t>every new dev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955280" y="4526279"/>
            <a:ext cx="3462108" cy="1769417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183880" y="46634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385048" y="46634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586216" y="46634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8138160" y="49377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Useless History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138160" y="5212080"/>
            <a:ext cx="2926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Browser history for</a:t>
            </a:r>
            <a:br/>
            <a:r>
              <a:t>localhost:3000 is a</a:t>
            </a:r>
            <a:br/>
            <a:r>
              <a:t>jumble of projects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The Solution: Named .localhost URLs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120640" cy="13716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508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1288" y="1508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62456" y="1508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4447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Before (package.json)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920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D4886B"/>
                </a:solidFill>
                <a:latin typeface="JetBrains Mono"/>
              </a:defRPr>
            </a:pPr>
            <a:r>
              <a:t>"dev": "next dev"</a:t>
            </a:r>
            <a:br/>
            <a:r>
              <a:t># http://localhost:3000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371600"/>
            <a:ext cx="5120640" cy="13716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6537960" y="1508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739128" y="1508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940296" y="1508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223760" y="144475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After (package.json)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1920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D4886B"/>
                </a:solidFill>
                <a:latin typeface="JetBrains Mono"/>
              </a:defRPr>
            </a:pPr>
            <a:r>
              <a:t>"dev": "portless myapp next dev"</a:t>
            </a:r>
            <a:br/>
            <a:r>
              <a:t># http://myapp.localhost:1355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0" y="1828800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800" b="1" i="0">
                <a:solidFill>
                  <a:srgbClr val="D488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017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400" b="0" i="0">
                <a:solidFill>
                  <a:srgbClr val="E8D5B7"/>
                </a:solidFill>
                <a:latin typeface="Georgia"/>
              </a:defRPr>
            </a:pPr>
            <a:r>
              <a:t>How It Works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566160"/>
            <a:ext cx="237744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37033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978408" y="37033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79576" y="37033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554480" y="402336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Proxy on :1355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800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Single entry point</a:t>
            </a:r>
            <a:br/>
            <a:r>
              <a:t>for all traffic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291840" y="3566160"/>
            <a:ext cx="237744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3520440" y="37033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3721608" y="37033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922776" y="37033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297680" y="402336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83280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Random 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83280" y="4800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Assigns 4000-4999</a:t>
            </a:r>
            <a:br/>
            <a:r>
              <a:t>via PORT env var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035040" y="3566160"/>
            <a:ext cx="237744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263640" y="37033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464808" y="37033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6665976" y="37033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7040880" y="402336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Route by Name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26480" y="4800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myapp.localhost</a:t>
            </a:r>
            <a:br/>
            <a:r>
              <a:t>maps to backend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778240" y="3566160"/>
            <a:ext cx="2377440" cy="18288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006840" y="37033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208008" y="37033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409176" y="37033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784080" y="4023360"/>
            <a:ext cx="347472" cy="347472"/>
          </a:xfrm>
          <a:prstGeom prst="ellipse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69680" y="44348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t>Auto-detect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4800600"/>
            <a:ext cx="21945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Framework flags</a:t>
            </a:r>
            <a:br/>
            <a:r>
              <a:t>auto-injected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5669280"/>
            <a:ext cx="10698480" cy="82296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960120" y="58064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161288" y="58064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362456" y="58064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005840" y="6035040"/>
            <a:ext cx="10241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E8D5B7"/>
                </a:solidFill>
                <a:latin typeface="Calibri"/>
              </a:defRPr>
            </a:pPr>
            <a:r>
              <a:t>Browser → proxy (port 1355) → app (random port 4000-4999)  |  Port 1355 = "LESS" on a phone keypad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Why AI Agents Need Portless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"For humans and agents" -- the tagline is not an afterthought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5120640" cy="22860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645920" y="18105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The Agent Problem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Agents frequently guess wrong ports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Hardcoded ports break in monorepos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Port changes between sessions confuse agents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No semantic meaning: localhost:3001 tells nothing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Test scripts with wrong ports give false failures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37360"/>
            <a:ext cx="5120640" cy="22860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53796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673912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694029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23760" y="1810512"/>
            <a:ext cx="3931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The Portless Solution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286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Stable URLs: api.myapp.localhost:1355 always works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Semantic naming: URL tells the agent what it is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No port guessing or config file parsing needed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Same URL across sessions, team members, agents</a:t>
            </a:r>
          </a:p>
          <a:p>
            <a:pPr>
              <a:spcBef>
                <a:spcPts val="200"/>
              </a:spcBef>
              <a:spcAft>
                <a:spcPts val="800"/>
              </a:spcAft>
            </a:pPr>
            <a:r>
              <a:rPr sz="1400">
                <a:solidFill>
                  <a:srgbClr val="D4886B"/>
                </a:solidFill>
                <a:latin typeface="Calibri"/>
              </a:rPr>
              <a:t>–  </a:t>
            </a:r>
            <a:r>
              <a:rPr sz="1400">
                <a:solidFill>
                  <a:srgbClr val="C4A882"/>
                </a:solidFill>
                <a:latin typeface="Calibri"/>
              </a:rPr>
              <a:t>Test scripts with stable URLs never break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976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Agents That Benefit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754880"/>
            <a:ext cx="260604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68680" y="4846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Claude Code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212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Stable endpoints for browser automation and testing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74720" y="4754880"/>
            <a:ext cx="260604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11880" y="4846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GitHub Copilot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5212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Reliable URLs in agent mode for local verification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4754880"/>
            <a:ext cx="260604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55080" y="4846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OpenAI Codex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55080" y="5212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Consistent targets for generated test scripts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961120" y="4754880"/>
            <a:ext cx="260604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98280" y="4846320"/>
            <a:ext cx="2331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1" i="0">
                <a:solidFill>
                  <a:srgbClr val="E8D5B7"/>
                </a:solidFill>
                <a:latin typeface="Calibri"/>
              </a:defRPr>
            </a:pPr>
            <a:r>
              <a:t>Cursor / Windsurf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98280" y="5212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C4A882"/>
                </a:solidFill>
                <a:latin typeface="Calibri"/>
              </a:defRPr>
            </a:pPr>
            <a:r>
              <a:t>Named URLs for preview and integration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5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Technical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Request Flow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737360"/>
            <a:ext cx="27432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60020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80136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00253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286000" y="1810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Browser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myapp.localhost:1355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D488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737360"/>
            <a:ext cx="27432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525780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545896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566013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943600" y="1810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Routes by hostname</a:t>
            </a:r>
            <a:br/>
            <a:r>
              <a:t>Port 1355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21031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2400" b="0" i="0">
                <a:solidFill>
                  <a:srgbClr val="D4886B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1737360"/>
            <a:ext cx="27432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1540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11656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31773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9601200" y="1810512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App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2402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Random port</a:t>
            </a:r>
            <a:br/>
            <a:r>
              <a:t>4000-4999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3200400"/>
            <a:ext cx="512064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0120" y="33375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61288" y="33375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62456" y="33375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82449" y="352044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rPr dirty="0"/>
              <a:t>State Management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2449" y="37947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Ports &lt; 1024: /</a:t>
            </a:r>
            <a:r>
              <a:rPr dirty="0" err="1"/>
              <a:t>tmp</a:t>
            </a:r>
            <a:r>
              <a:rPr dirty="0"/>
              <a:t>/</a:t>
            </a:r>
            <a:r>
              <a:rPr dirty="0" err="1"/>
              <a:t>portless</a:t>
            </a:r>
            <a:r>
              <a:rPr dirty="0"/>
              <a:t> (shared)</a:t>
            </a:r>
            <a:br>
              <a:rPr dirty="0"/>
            </a:br>
            <a:r>
              <a:rPr dirty="0"/>
              <a:t>Ports &gt;= 1024: ~/.</a:t>
            </a:r>
            <a:r>
              <a:rPr dirty="0" err="1"/>
              <a:t>portless</a:t>
            </a:r>
            <a:r>
              <a:rPr dirty="0"/>
              <a:t> (user-scoped)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09360" y="3200400"/>
            <a:ext cx="512064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537960" y="33375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739128" y="33375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6940296" y="33375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492240" y="353872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rPr dirty="0"/>
              <a:t>Process Management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92240" y="381304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PID file tracking, orphan detection,</a:t>
            </a:r>
            <a:br>
              <a:rPr dirty="0"/>
            </a:br>
            <a:r>
              <a:rPr dirty="0"/>
              <a:t>signal handling, terminal cleanup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4526280"/>
            <a:ext cx="512064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960120" y="46634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161288" y="46634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362456" y="46634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927538" y="48646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rPr dirty="0"/>
              <a:t>Security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7538" y="51389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SHA-256 enforced for all certs,</a:t>
            </a:r>
            <a:br>
              <a:rPr dirty="0"/>
            </a:br>
            <a:r>
              <a:rPr dirty="0"/>
              <a:t>per-hostname SANs, local CA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309360" y="4526280"/>
            <a:ext cx="512064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537960" y="46634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6739128" y="46634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6940296" y="46634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6492240" y="4864608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1" i="0">
                <a:solidFill>
                  <a:srgbClr val="E8D5B7"/>
                </a:solidFill>
                <a:latin typeface="Calibri"/>
              </a:defRPr>
            </a:pPr>
            <a:r>
              <a:rPr dirty="0"/>
              <a:t>Shell Compatibility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138928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rPr dirty="0"/>
              <a:t>Commands via /bin/</a:t>
            </a:r>
            <a:r>
              <a:rPr dirty="0" err="1"/>
              <a:t>sh</a:t>
            </a:r>
            <a:r>
              <a:rPr dirty="0"/>
              <a:t> -c</a:t>
            </a:r>
            <a:br>
              <a:rPr dirty="0"/>
            </a:br>
            <a:r>
              <a:rPr dirty="0" err="1"/>
              <a:t>nvm</a:t>
            </a:r>
            <a:r>
              <a:rPr dirty="0"/>
              <a:t>, </a:t>
            </a:r>
            <a:r>
              <a:rPr dirty="0" err="1"/>
              <a:t>fnm</a:t>
            </a:r>
            <a:r>
              <a:rPr dirty="0"/>
              <a:t>, mise supported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60350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200" b="0" i="0">
                <a:solidFill>
                  <a:srgbClr val="7A6E5D"/>
                </a:solidFill>
                <a:latin typeface="JetBrains Mono"/>
              </a:defRPr>
            </a:pPr>
            <a:r>
              <a:t>TypeScript 72%  |  JavaScript 14%  |  Python 8%  |  pnpm monorepo  |  Turborepo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7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Adoption: 2,400+ Stars in 10 Days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Exceptional traction for a developer CLI tool  |  February 15 - 25, 2026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2377440" cy="13716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9601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1612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3624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D4886B"/>
                </a:solidFill>
                <a:latin typeface="Georgia"/>
              </a:defRPr>
            </a:pPr>
            <a:r>
              <a:t>2,400+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GitHub Stars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737360"/>
            <a:ext cx="2377440" cy="13716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37033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39044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1056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6576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D4886B"/>
                </a:solidFill>
                <a:latin typeface="Georgia"/>
              </a:defRPr>
            </a:pPr>
            <a:r>
              <a:t>75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Forks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737360"/>
            <a:ext cx="2377440" cy="13716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4465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476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68488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4008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D4886B"/>
                </a:solidFill>
                <a:latin typeface="Georgia"/>
              </a:defRPr>
            </a:pPr>
            <a: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Releases in 10 Days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961120" y="1737360"/>
            <a:ext cx="2377440" cy="137160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189720" y="18745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390888" y="18745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592056" y="18745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44000" y="2194560"/>
            <a:ext cx="2011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800" b="1" i="0">
                <a:solidFill>
                  <a:srgbClr val="D4886B"/>
                </a:solidFill>
                <a:latin typeface="Georgia"/>
              </a:defRPr>
            </a:pPr>
            <a:r>
              <a:t>v0.4.2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0" y="26517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0">
                <a:solidFill>
                  <a:srgbClr val="C4A882"/>
                </a:solidFill>
                <a:latin typeface="Calibri"/>
              </a:defRPr>
            </a:pPr>
            <a:r>
              <a:t>Latest Version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38328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200" b="0" i="0">
                <a:solidFill>
                  <a:srgbClr val="E8D5B7"/>
                </a:solidFill>
                <a:latin typeface="Georgia"/>
              </a:defRPr>
            </a:pPr>
            <a:r>
              <a:t>Release Velocity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t>v0.1.0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1168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Feb 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108960" y="379476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Initial release, basic proxy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178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t>v0.2.0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011680" y="4178808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Feb 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08960" y="4178808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Custom proxy port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4400" y="45628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t>v0.3.0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011680" y="4562856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Feb 18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4562856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Auto-start proxy, file-based routing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4400" y="4946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t>v0.4.0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11680" y="4946904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Feb 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08960" y="4946904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HTTP/2, TLS certs, local CA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330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t>v0.4.1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011680" y="5330952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Feb 22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533095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E2E tests for 11 frameworks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715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D4886B"/>
                </a:solidFill>
                <a:latin typeface="JetBrains Mono"/>
              </a:defRPr>
            </a:pPr>
            <a:r>
              <a:t>v0.4.2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011680" y="57150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Feb 25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57150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200" b="0" i="0">
                <a:solidFill>
                  <a:srgbClr val="C4A882"/>
                </a:solidFill>
                <a:latin typeface="Calibri"/>
              </a:defRPr>
            </a:pPr>
            <a:r>
              <a:t>Shell compat, loop detection, SHA-256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8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3400" b="0" i="0">
                <a:solidFill>
                  <a:srgbClr val="E8D5B7"/>
                </a:solidFill>
                <a:latin typeface="Georgia"/>
              </a:defRPr>
            </a:pPr>
            <a:r>
              <a:t>Use Cases: Beyond Port Management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" y="150876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161288" y="150876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1362456" y="150876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44475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Monorepo Service Mesh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82880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D4886B"/>
                </a:solidFill>
                <a:latin typeface="Georgia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8288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Frontend, API, docs, admin each get named URLs. Subdomains organize hierarchically.</a:t>
            </a:r>
            <a:br/>
            <a:r>
              <a:t>api.myapp.localhost:1355, docs.myapp.localhost:1355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65176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960120" y="278892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61288" y="278892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362456" y="278892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645920" y="272491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OAuth &amp; CORS Stability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310896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D4886B"/>
                </a:solidFill>
                <a:latin typeface="Georgia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10896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Redirect URIs and CORS allowlists use stable named URLs instead of brittle port numbers.</a:t>
            </a:r>
            <a:br/>
            <a:r>
              <a:t>No more broken OAuth flows when ports shift.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93192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960120" y="406908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61288" y="406908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362456" y="406908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645920" y="400507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Cookie Isolation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8912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D4886B"/>
                </a:solidFill>
                <a:latin typeface="Georgia"/>
              </a:defRPr>
            </a:pPr>
            <a: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38912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Cookies on localhost bleed across all ports. Named subdomains isolate cookies per-app.</a:t>
            </a:r>
            <a:br/>
            <a:r>
              <a:t>No more auth state leaking between projects.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212080"/>
            <a:ext cx="10515600" cy="1097280"/>
          </a:xfrm>
          <a:prstGeom prst="roundRect">
            <a:avLst/>
          </a:prstGeom>
          <a:solidFill>
            <a:srgbClr val="252220"/>
          </a:solidFill>
          <a:ln w="12700">
            <a:solidFill>
              <a:srgbClr val="6B5A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0120" y="5349240"/>
            <a:ext cx="109728" cy="109728"/>
          </a:xfrm>
          <a:prstGeom prst="ellipse">
            <a:avLst/>
          </a:prstGeom>
          <a:solidFill>
            <a:srgbClr val="E05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1161288" y="5349240"/>
            <a:ext cx="109728" cy="109728"/>
          </a:xfrm>
          <a:prstGeom prst="ellipse">
            <a:avLst/>
          </a:prstGeom>
          <a:solidFill>
            <a:srgbClr val="E5B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1362456" y="5349240"/>
            <a:ext cx="109728" cy="109728"/>
          </a:xfrm>
          <a:prstGeom prst="ellipse">
            <a:avLst/>
          </a:prstGeom>
          <a:solidFill>
            <a:srgbClr val="5BB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645920" y="5285232"/>
            <a:ext cx="9326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  <a:defRPr sz="1100" b="0" i="0">
                <a:solidFill>
                  <a:srgbClr val="7A6E5D"/>
                </a:solidFill>
                <a:latin typeface="Calibri"/>
              </a:defRPr>
            </a:pPr>
            <a:r>
              <a:t>AI Agent Testing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05840" y="5669280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D4886B"/>
                </a:solidFill>
                <a:latin typeface="Georgia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66928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C4A882"/>
                </a:solidFill>
                <a:latin typeface="Calibri"/>
              </a:defRPr>
            </a:pPr>
            <a:r>
              <a:t>Claude Code, Copilot, Codex all target stable semantic URLs instead of guessing ports.</a:t>
            </a:r>
            <a:br/>
            <a:r>
              <a:t>Test scripts never break due to port changes.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9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73152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300" b="0" i="0">
                <a:solidFill>
                  <a:srgbClr val="7A6E5D"/>
                </a:solidFill>
                <a:latin typeface="JetBrains Mono"/>
              </a:defRPr>
            </a:pPr>
            <a:r>
              <a:t>THE CLAUDE BEAST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4400" b="0" i="0">
                <a:solidFill>
                  <a:srgbClr val="E8D5B7"/>
                </a:solidFill>
                <a:latin typeface="Georgia"/>
              </a:defRPr>
            </a:pPr>
            <a:r>
              <a:t>Why Portless Matters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011680"/>
            <a:ext cx="27432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914400" y="2377440"/>
            <a:ext cx="45720" cy="411480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88720" y="233172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Calibri"/>
              </a:defRPr>
            </a:pPr>
            <a:r>
              <a:t>The Port Problem Is Real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Nine distinct pain points that multiply with every service. Port management is a hidden productivity tax on every developer, every day.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3429000"/>
            <a:ext cx="45720" cy="411480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3383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Calibri"/>
              </a:defRPr>
            </a:pPr>
            <a:r>
              <a:t>Agents Need Stable Endpoints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7947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As AI coding agents become standard, they need semantic, reliable URLs for local services. Portless gives them exactly that.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0" y="4480560"/>
            <a:ext cx="45720" cy="411480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188720" y="443484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2000" b="1" i="0">
                <a:solidFill>
                  <a:srgbClr val="E8D5B7"/>
                </a:solidFill>
                <a:latin typeface="Calibri"/>
              </a:defRPr>
            </a:pPr>
            <a:r>
              <a:t>Zero-Friction Adoption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500" b="0" i="0">
                <a:solidFill>
                  <a:srgbClr val="C4A882"/>
                </a:solidFill>
                <a:latin typeface="Calibri"/>
              </a:defRPr>
            </a:pPr>
            <a:r>
              <a:t>npm install -g portless. One line change in package.json. 11 frameworks supported. HTTPS with one command.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5486400"/>
            <a:ext cx="10058400" cy="18288"/>
          </a:xfrm>
          <a:prstGeom prst="rect">
            <a:avLst/>
          </a:prstGeom>
          <a:solidFill>
            <a:srgbClr val="D488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14400" y="562356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400" b="0" i="1">
                <a:solidFill>
                  <a:srgbClr val="D4886B"/>
                </a:solidFill>
                <a:latin typeface="Calibri"/>
              </a:defRPr>
            </a:pPr>
            <a:r>
              <a:t>github.com/vercel-labs/portless  |  Apache-2.0  |  port1355.dev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0"/>
              </a:spcAft>
              <a:defRPr sz="900" b="0" i="0">
                <a:solidFill>
                  <a:srgbClr val="7A6E5D"/>
                </a:solidFill>
                <a:latin typeface="JetBrains Mono"/>
              </a:defRPr>
            </a:pPr>
            <a: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1993</Words>
  <Application>Microsoft Macintosh PowerPoint</Application>
  <PresentationFormat>Widescreen</PresentationFormat>
  <Paragraphs>239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Haim Ari</cp:lastModifiedBy>
  <cp:revision>5</cp:revision>
  <dcterms:created xsi:type="dcterms:W3CDTF">2013-01-27T09:14:16Z</dcterms:created>
  <dcterms:modified xsi:type="dcterms:W3CDTF">2026-02-27T08:38:08Z</dcterms:modified>
  <cp:category/>
</cp:coreProperties>
</file>